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0D020-3ABD-E195-2D64-319E6A7DDE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B4ABAB-8CF5-A32F-C3E3-D9AE08D2D0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7937E-4B16-1F03-E2C8-619F55010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BDC6-A5DC-444C-AA25-EC2CBC2D1B43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1FF9E-E832-3CF2-4D15-A38AD2123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C6C71-6B49-B461-3057-95210147C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DEBAF-9603-42F5-BF52-ABCDFC038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949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0B524-D866-922C-3E0B-2FE9001D5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3858B-BC3B-8F7F-30FD-4EB840B8E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B4EDE-EC01-41A4-20D7-C0246C694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BDC6-A5DC-444C-AA25-EC2CBC2D1B43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7AF9F-B54A-595C-347A-A3D64307C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69F8E-4F67-F5FB-9480-88B64D838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DEBAF-9603-42F5-BF52-ABCDFC038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069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5E7F3-79B8-F192-1988-C14EAABF0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818F0E-E16D-41FE-F6C7-D9C774C1C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E7F96-F79E-C7D0-835A-B42A9F747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BDC6-A5DC-444C-AA25-EC2CBC2D1B43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C9565-C863-5AEA-0951-FF15FA589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3DB97-159C-AE94-5870-B8E167F08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DEBAF-9603-42F5-BF52-ABCDFC038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387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ABD5F-9BAF-750D-9708-F29CC1DF6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1F2A6-BDB2-6769-E626-5D4561E1BF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C7569-F440-1D0D-069A-D3BD4CE5A8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299A5-C7EB-BEDB-C34D-BB41C7E16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BDC6-A5DC-444C-AA25-EC2CBC2D1B43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A4B469-B935-0412-ACC8-35AC14D23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1DF85-AA72-96BE-01F0-B3B8D555F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DEBAF-9603-42F5-BF52-ABCDFC038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747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F91C2-EE98-A869-AD35-BF0DFE51E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A3E534-B1C8-87B4-11E9-44E4A6224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B88C33-50DD-D314-FE1D-946D75E3EC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A8C2B5-FBA8-979D-704A-B108028B0C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4EF143-180F-5FC4-FACA-09BCA96D23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37F84C-5552-2BB2-BA94-B39D33F90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BDC6-A5DC-444C-AA25-EC2CBC2D1B43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A7A3D1-68BE-6B1C-2387-F15D613A3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17DA16-FB54-DD0D-4A0F-A290942D6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DEBAF-9603-42F5-BF52-ABCDFC038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740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48A49-FB05-20F4-CA0B-C9EF87319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8F05BB-C2F7-6756-60DE-65A802A0D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BDC6-A5DC-444C-AA25-EC2CBC2D1B43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CC08F1-3B7B-5881-7949-E3942851A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1C33D5-2CE3-1D56-0A99-6372D8CB2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DEBAF-9603-42F5-BF52-ABCDFC038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784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A11DF9-EA78-CAD5-AB03-C475810A7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BDC6-A5DC-444C-AA25-EC2CBC2D1B43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41787-75E7-6ABB-9AD4-449F822E0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86137-46BD-BC67-A8B0-157C1A127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DEBAF-9603-42F5-BF52-ABCDFC038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956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54A84-7E97-A825-90FB-4B58998AD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BA1A9-97CB-13A2-EE30-6249F56E3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900984-8131-67BA-8A8B-A9AB0B5B94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5A31D6-E2E0-6AA3-3C54-D2C1F9451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BDC6-A5DC-444C-AA25-EC2CBC2D1B43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87E231-D49C-33C7-4A2F-7646F2BC4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0C7CC7-2893-3763-2A2A-7EE305C57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DEBAF-9603-42F5-BF52-ABCDFC038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390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BA8E9-8F64-AC35-B756-3ABB7688B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0C83DD-BF30-3F30-B0BB-B1EB2BB9EB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6902B7-806F-D676-44AB-1E2B8D8346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9327B2-0823-ADCC-7B05-72BA7185A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BDC6-A5DC-444C-AA25-EC2CBC2D1B43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863E5-26FA-D510-C76D-B320B97C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B39C55-0182-2352-6D77-43F4B7EA5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DEBAF-9603-42F5-BF52-ABCDFC038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070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115D8-A0F1-4DAE-6286-22435A8B1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6A0D6C-8452-145B-F2E7-E43C030037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6FAB6-E66E-6D0A-8718-6354A0883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BDC6-A5DC-444C-AA25-EC2CBC2D1B43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0ED1F-91A0-D33F-B920-25D2370B7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F6E96-29F1-0547-6796-8D7B19305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DEBAF-9603-42F5-BF52-ABCDFC038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575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50C403-D41D-A7A3-FB5D-AC650693FA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56892A-AD33-8414-EF59-B5C480D7F9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944A9-5F26-9092-24CA-D23EC566A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BDC6-A5DC-444C-AA25-EC2CBC2D1B43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F1958-6DC6-2DF0-390E-4BA889E0E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383C9-DE46-D068-1D30-5301C28A4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DEBAF-9603-42F5-BF52-ABCDFC038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596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98A7BF-0534-3F12-3937-B073BD3A1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6726ED-5CDD-53DF-575D-E1FA9258F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7CFC9-DF67-A164-1B5C-BBFD17654C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DDBDC6-A5DC-444C-AA25-EC2CBC2D1B43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7288D-B994-60D2-5B0D-88CC082B51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0683D-9C27-E458-32A6-121144305A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DEBAF-9603-42F5-BF52-ABCDFC038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263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577D851-7860-18C7-F69D-9D4A428BA789}"/>
              </a:ext>
            </a:extLst>
          </p:cNvPr>
          <p:cNvSpPr/>
          <p:nvPr/>
        </p:nvSpPr>
        <p:spPr>
          <a:xfrm>
            <a:off x="2043098" y="1536100"/>
            <a:ext cx="7926914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Previzualizare</a:t>
            </a:r>
            <a:r>
              <a:rPr lang="en-US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</a:t>
            </a:r>
            <a:r>
              <a:rPr lang="en-US" sz="540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</a:t>
            </a:r>
            <a:r>
              <a:rPr lang="en-US" sz="5400" b="1" cap="none" spc="0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emperaturi</a:t>
            </a:r>
            <a:r>
              <a:rPr lang="en-US" sz="5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</a:t>
            </a:r>
          </a:p>
          <a:p>
            <a:pPr algn="ctr"/>
            <a:r>
              <a:rPr lang="en-US" sz="5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pe </a:t>
            </a:r>
            <a:r>
              <a:rPr lang="en-US" sz="5400" b="1" cap="none" spc="0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Marte</a:t>
            </a:r>
            <a:endParaRPr lang="en-US" sz="54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87260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773DC0-6B38-8AE6-5EEB-3FA537426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076" y="-329359"/>
            <a:ext cx="7653523" cy="7007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32126-8BA0-8145-6C5F-6FD196F4D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Scopul</a:t>
            </a:r>
            <a:r>
              <a:rPr lang="en-US" dirty="0"/>
              <a:t> </a:t>
            </a:r>
            <a:r>
              <a:rPr lang="en-US" dirty="0" err="1"/>
              <a:t>proiectului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72F43-E579-048A-190F-45D9B2C9D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Realizarea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unei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predicții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precise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pentru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temperaturile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minime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ale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solului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și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ale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aerului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114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709B5558-CA26-C0FD-3728-849A9682C4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9113" y="295398"/>
            <a:ext cx="6702861" cy="2124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Încărcarea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bibliotecilor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numpy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și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pandas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pentru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manipularea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datelor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tensorflow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pentru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construirea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și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antrenarea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modelului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train_test_split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din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sklearn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pentru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divizarea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datelor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în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seturi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de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antrenare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și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testare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MinMaxScaler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și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SimpleImputer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pentru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preprocesarea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datelor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mean_squared_error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și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r2_score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pentru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evaluarea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performanței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modelului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matplotlib.pyplot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pentru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realizarea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de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grafice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3576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9A9A9-5290-C084-6E31-75A766698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087" y="314877"/>
            <a:ext cx="10515600" cy="4351338"/>
          </a:xfrm>
        </p:spPr>
        <p:txBody>
          <a:bodyPr>
            <a:normAutofit/>
          </a:bodyPr>
          <a:lstStyle/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latin typeface="Söhn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Încărcarea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datelor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Se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încarcă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datele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din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fișierul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'REMS_Mars_Dataset.csv'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într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-un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DataFrame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pandas.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Preprocesarea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datelor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Se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convertește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tipul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de date al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coloanelor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numerice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în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DataFrame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Se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elimină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rândurile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cu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valori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lipsă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în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variabilele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țintă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Se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selectează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caracteristicile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(features)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și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variabilele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țintă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Se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realizează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divizarea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datelor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în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seturi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de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antrenare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și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testare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Imputarea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datelor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lipsă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și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normalizarea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Se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utilizează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SimpleImputer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pentru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completarea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valorilor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lipsă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Se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folosește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MinMaxScaler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pentru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normalizarea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datelor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091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F2F20-02D4-D38A-18F2-54435CE86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3112"/>
            <a:ext cx="10515600" cy="4351338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Construirea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modelului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Se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definește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un model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secvențial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cu o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singură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straturi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Dense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pentru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regresie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Compilarea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modelului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Se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compilează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modelul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cu un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optimizator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'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adam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'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și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funcția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de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pierdere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'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mean_squared_error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'.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Antrenarea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modelului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Modelul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este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antrenat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pe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datele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de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antrenare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iar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istoricul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antrenării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este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stocat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în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variabila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history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Evaluarea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modelului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Se fac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predicții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pe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datele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de test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și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se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evaluează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performanța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modelului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utilizând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metrici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precum Mean Squared Error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și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R2 Score.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9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Analiza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rezultatelor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Se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afișează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rezultatele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evaluării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modelului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pentru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fiecare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variabilă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țintă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0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Plotarea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evoluției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erorii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în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timpul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antrenării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Se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afișează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graficul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evoluției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pierderii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(loss)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pentru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setul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de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antrenare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și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de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validare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pe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parcursul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epocilor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298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289</Words>
  <Application>Microsoft Office PowerPoint</Application>
  <PresentationFormat>Widescreen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Söhne</vt:lpstr>
      <vt:lpstr>Söhne Mono</vt:lpstr>
      <vt:lpstr>Office Theme</vt:lpstr>
      <vt:lpstr>PowerPoint Presentation</vt:lpstr>
      <vt:lpstr>PowerPoint Presentation</vt:lpstr>
      <vt:lpstr>Scopul proiectului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Ramona Radulescu</dc:creator>
  <cp:lastModifiedBy>Ramona Radulescu</cp:lastModifiedBy>
  <cp:revision>2</cp:revision>
  <dcterms:created xsi:type="dcterms:W3CDTF">2023-12-18T17:29:43Z</dcterms:created>
  <dcterms:modified xsi:type="dcterms:W3CDTF">2023-12-19T17:06:44Z</dcterms:modified>
</cp:coreProperties>
</file>